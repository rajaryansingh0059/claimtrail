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 prepare documents and check intake completeness. We do not decide claims."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qualitative. We have no measured numbers and do not quote 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Slide 3 as a split screen: claimant table on the left, reviewer findings on the right, same case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here: open the page viewer and show the highlighted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refused submission and the "Not complete" outcome panel for the mismatch that stays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honesty line: "Everything you saw runs locally on fictional data; we've told you what is simulated."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B6E6A"/>
                </a:solidFill>
                <a:latin typeface="Calibri"/>
              </a:rPr>
              <a:t>01 · ClaimTrail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Every claim requirement mapped to evidence. Every intake finding traceable to its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• Evidence &amp; intake assurance for health-insurance reimbursement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One shared evidence model for the claimant and the insurer/TPA intake reviewer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Demo built on synthetic, fictional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B6573"/>
                </a:solidFill>
                <a:latin typeface="Calibri"/>
              </a:rPr>
              <a:t>ClaimTrail · hackathon MVP · synthetic demo data only · not a claim decision 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B6E6A"/>
                </a:solidFill>
                <a:latin typeface="Calibri"/>
              </a:rPr>
              <a:t>02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Packets bounce for reasons nobody can trace.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• A required report is missing, a scan is unreadable, a copy is duplicated, a total disagrees between two documents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The claimant learns this late, through a generic request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The reviewer re-checks the same pages by hand and writes the same message again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Neither side can see which page backs which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B6573"/>
                </a:solidFill>
                <a:latin typeface="Calibri"/>
              </a:rPr>
              <a:t>ClaimTrail · hackathon MVP · synthetic demo data only · not a claim decision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B6E6A"/>
                </a:solidFill>
                <a:latin typeface="Calibri"/>
              </a:rPr>
              <a:t>03 · What ClaimTrail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One case, two views, one correction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• Claimant workspace: each insurer requirement mapped to a document page, with status (matched, missing, unreadable, ambiguous, duplicate), a missing-items checklist, a packet manifest, and a draft follow-up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Intake QA console: findings with stable reason codes, each citing a page or stating what is absent; accept/reject matches; resolve with a note; request corrections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Correction → resubmission with a re-upload diff and preserved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B6573"/>
                </a:solidFill>
                <a:latin typeface="Calibri"/>
              </a:rPr>
              <a:t>ClaimTrail · hackathon MVP · synthetic demo data only · not a claim decision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B6E6A"/>
                </a:solidFill>
                <a:latin typeface="Calibri"/>
              </a:rPr>
              <a:t>04 · Traceability you can 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From finding to source page in one click.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• Example: FIELD_MISMATCH — claimed ₹1,24,500 vs bill total ₹1,42,500 → cites claim_form.txt p.1 and hospital_final_bill.txt p.2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Results are match, mismatch, not found, not comparable or needs review. A discrepancy is a point to review, never a fraud label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REQ_MISSING cites no page and says which evidence is absent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Links without a valid page and excerpt cannot be accepted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B6573"/>
                </a:solidFill>
                <a:latin typeface="Calibri"/>
              </a:rPr>
              <a:t>ClaimTrail · hackathon MVP · synthetic demo data only · not a claim decision tool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B6E6A"/>
                </a:solidFill>
                <a:latin typeface="Calibri"/>
              </a:rPr>
              <a:t>05 · Trust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Deterministic code decides; proof gates every "submitted".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• "Submitted", "Resubmitted" and "Acknowledged" are refused without an insurer reference and a proof file; "sent" alone does not count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"Intake checks complete" means configured document checks passed. It is not a coverage decision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Rules own transitions, comparisons, hashes, links and permissions. No model is called in this build; the UI says so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Works offline; uploads never leave the process; reset deletes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B6573"/>
                </a:solidFill>
                <a:latin typeface="Calibri"/>
              </a:rPr>
              <a:t>ClaimTrail · hackathon MVP · synthetic demo data only · not a claim decision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B6E6A"/>
                </a:solidFill>
                <a:latin typeface="Calibri"/>
              </a:rPr>
              <a:t>06 · What is real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Implemented, simulated, and future — stated plainly.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3774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1887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Implemented and tested</a:t>
                      </a:r>
                    </a:p>
                  </a:txBody>
                  <a:tcPr>
                    <a:solidFill>
                      <a:srgbClr val="0B6E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Simulated</a:t>
                      </a:r>
                    </a:p>
                  </a:txBody>
                  <a:tcPr>
                    <a:solidFill>
                      <a:srgbClr val="0B6E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Future</a:t>
                      </a:r>
                    </a:p>
                  </a:txBody>
                  <a:tcPr>
                    <a:solidFill>
                      <a:srgbClr val="0B6E6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Two-sided workflow, lifecycle with proof gates, reason codes, exports, audit trail, reset, local offline OCR with confidence gating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Seeded "scanned" documents (pre-recorded text, for a repeatable demo), fictional receipts, synthetic dashboard figures, static queue rows, role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OCR, real authentication and tenancy, multi-case storage, optional model adapter for classification and wording only, insurer/TPA and payment-app integrations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• Verified locally: automated unit/integration/HTTP tests, a real-process API smoke test and a Chromium walkthrough at desktop and mobile widths (results in docs/TEST_REPORT.md)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B6573"/>
                </a:solidFill>
                <a:latin typeface="Calibri"/>
              </a:rPr>
              <a:t>ClaimTrail · hackathon MVP · synthetic demo data only · not a claim decision tool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B6E6A"/>
                </a:solidFill>
                <a:latin typeface="Calibri"/>
              </a:rPr>
              <a:t>07 · Where it fits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Calibri"/>
              </a:rPr>
              <a:t>A document-assurance layer inside AI-powered financial journeys.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• Fits Track 2 as a journey step: prepare → verify → resubmit for a high-friction financial process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Next: handwriting / multilingual OCR and an optional, schema-validated model adapter for classification and wording only; reviewer-configurable rule packs per insurer; a pilot with a real TPA under proper consent and data controls (none exists today)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F2937"/>
                </a:solidFill>
                <a:latin typeface="Calibri"/>
              </a:rPr>
              <a:t>• Success measures we would track in a pilot (not claimed today): first-pass completeness, repeat-request rate, blocker ageing, time-to-triage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B6573"/>
                </a:solidFill>
                <a:latin typeface="Calibri"/>
              </a:rPr>
              <a:t>ClaimTrail · hackathon MVP · synthetic demo data only · not a claim decision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